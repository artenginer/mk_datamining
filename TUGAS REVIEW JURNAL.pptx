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5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19046AE-48F4-4701-962D-86C1DD16A381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AD79779-7002-43B4-9C47-870A811A921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E:\UPB\Data%20Mining\firdausillah2018.en.id.pdf" TargetMode="External"/><Relationship Id="rId2" Type="http://schemas.openxmlformats.org/officeDocument/2006/relationships/hyperlink" Target="file:///E:\UPB\Data%20Mining\firdausillah2018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</a:rPr>
              <a:t>Angga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saputra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42419001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TUGAS REVIEW JURNAL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03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4" t="16735" r="22398" b="24082"/>
          <a:stretch/>
        </p:blipFill>
        <p:spPr bwMode="auto">
          <a:xfrm>
            <a:off x="179512" y="1268760"/>
            <a:ext cx="8725380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279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Objek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Objek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musik</a:t>
            </a:r>
            <a:r>
              <a:rPr lang="en-US" dirty="0" smtClean="0"/>
              <a:t> gamelan,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spesifiknya</a:t>
            </a:r>
            <a:r>
              <a:rPr lang="en-US" dirty="0" smtClean="0"/>
              <a:t> </a:t>
            </a:r>
            <a:r>
              <a:rPr lang="en-US" dirty="0" smtClean="0"/>
              <a:t>instrument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musik</a:t>
            </a:r>
            <a:r>
              <a:rPr lang="en-US" dirty="0" smtClean="0"/>
              <a:t> gamelan.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87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Metode-metode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Tiruan</a:t>
            </a:r>
            <a:r>
              <a:rPr lang="en-US" dirty="0"/>
              <a:t> </a:t>
            </a:r>
            <a:r>
              <a:rPr lang="en-US" dirty="0" err="1"/>
              <a:t>Backpropagation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ekstraksi</a:t>
            </a:r>
            <a:r>
              <a:rPr lang="en-US" dirty="0"/>
              <a:t> audio Short Time Energy </a:t>
            </a:r>
            <a:r>
              <a:rPr lang="en-US" dirty="0" err="1"/>
              <a:t>dan</a:t>
            </a:r>
            <a:r>
              <a:rPr lang="en-US" dirty="0"/>
              <a:t> Zero Crossing Rate.</a:t>
            </a:r>
          </a:p>
        </p:txBody>
      </p:sp>
    </p:spTree>
    <p:extLst>
      <p:ext uri="{BB962C8B-B14F-4D97-AF65-F5344CB8AC3E}">
        <p14:creationId xmlns:p14="http://schemas.microsoft.com/office/powerpoint/2010/main" val="158751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Kelebihan</a:t>
            </a:r>
            <a:r>
              <a:rPr lang="en-US" dirty="0"/>
              <a:t> </a:t>
            </a:r>
            <a:r>
              <a:rPr lang="en-US" dirty="0" err="1" smtClean="0"/>
              <a:t>Penelitian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Metode</a:t>
            </a:r>
            <a:r>
              <a:rPr lang="en-US" dirty="0"/>
              <a:t> data mining </a:t>
            </a:r>
            <a:r>
              <a:rPr lang="en-US" dirty="0" err="1"/>
              <a:t>Backpropagation</a:t>
            </a:r>
            <a:r>
              <a:rPr lang="en-US" dirty="0"/>
              <a:t> </a:t>
            </a:r>
            <a:r>
              <a:rPr lang="en-US" dirty="0" err="1" smtClean="0"/>
              <a:t>berhasil</a:t>
            </a:r>
            <a:r>
              <a:rPr lang="en-US" dirty="0" smtClean="0"/>
              <a:t>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suara</a:t>
            </a:r>
            <a:r>
              <a:rPr lang="en-US" dirty="0"/>
              <a:t> </a:t>
            </a:r>
            <a:r>
              <a:rPr lang="en-US" dirty="0" smtClean="0"/>
              <a:t>gamelan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1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Kekurangan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Dataset yang </a:t>
            </a:r>
            <a:r>
              <a:rPr lang="en-US" dirty="0" err="1" smtClean="0"/>
              <a:t>digunakan</a:t>
            </a:r>
            <a:r>
              <a:rPr lang="en-US" dirty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4 </a:t>
            </a:r>
            <a:r>
              <a:rPr lang="en-US" dirty="0" err="1" smtClean="0"/>
              <a:t>kelas</a:t>
            </a:r>
            <a:r>
              <a:rPr lang="en-US" dirty="0" smtClean="0"/>
              <a:t>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dibandingkan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aslinya</a:t>
            </a:r>
            <a:r>
              <a:rPr lang="en-US" dirty="0" smtClean="0"/>
              <a:t> </a:t>
            </a:r>
            <a:r>
              <a:rPr lang="en-US" dirty="0" err="1" smtClean="0"/>
              <a:t>dimana</a:t>
            </a:r>
            <a:r>
              <a:rPr lang="en-US" dirty="0" smtClean="0"/>
              <a:t>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musik</a:t>
            </a:r>
            <a:r>
              <a:rPr lang="en-US" dirty="0" smtClean="0"/>
              <a:t> gamelan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4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musik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model yang </a:t>
            </a:r>
            <a:r>
              <a:rPr lang="en-US" dirty="0" err="1" smtClean="0"/>
              <a:t>dibangun</a:t>
            </a:r>
            <a:r>
              <a:rPr lang="en-US" dirty="0" smtClean="0"/>
              <a:t> </a:t>
            </a:r>
            <a:r>
              <a:rPr lang="en-US" dirty="0" err="1" smtClean="0"/>
              <a:t>belum</a:t>
            </a:r>
            <a:r>
              <a:rPr lang="en-US" dirty="0" smtClean="0"/>
              <a:t> </a:t>
            </a:r>
            <a:r>
              <a:rPr lang="en-US" dirty="0" err="1" smtClean="0"/>
              <a:t>sepenuhnya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</a:t>
            </a:r>
            <a:r>
              <a:rPr lang="en-US" dirty="0" err="1" smtClean="0"/>
              <a:t>klasifikasi</a:t>
            </a:r>
            <a:r>
              <a:rPr lang="en-US" dirty="0" smtClean="0"/>
              <a:t>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musik</a:t>
            </a:r>
            <a:r>
              <a:rPr lang="en-US" dirty="0" smtClean="0"/>
              <a:t> gamelan </a:t>
            </a:r>
            <a:r>
              <a:rPr lang="en-US" dirty="0" err="1" smtClean="0"/>
              <a:t>namun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musik</a:t>
            </a:r>
            <a:r>
              <a:rPr lang="en-US" dirty="0" smtClean="0"/>
              <a:t> </a:t>
            </a:r>
            <a:r>
              <a:rPr lang="en-US" dirty="0" err="1" smtClean="0"/>
              <a:t>saja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66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Masalah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Masalah</a:t>
            </a:r>
            <a:r>
              <a:rPr lang="en-US" dirty="0" smtClean="0"/>
              <a:t> yang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apakah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 yang </a:t>
            </a:r>
            <a:r>
              <a:rPr lang="en-US" dirty="0" err="1" smtClean="0"/>
              <a:t>belum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mengenali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suara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musik</a:t>
            </a:r>
            <a:r>
              <a:rPr lang="en-US" dirty="0" smtClean="0"/>
              <a:t> gamelan.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03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Rumusan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Rumusan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r>
              <a:rPr lang="en-US" dirty="0" smtClean="0"/>
              <a:t> yang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Apakah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backpopragation</a:t>
            </a:r>
            <a:r>
              <a:rPr lang="en-US" dirty="0" smtClean="0"/>
              <a:t> neural network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</a:t>
            </a:r>
            <a:r>
              <a:rPr lang="en-US" dirty="0" err="1" smtClean="0"/>
              <a:t>klasifikasi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 smtClean="0"/>
              <a:t> audio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musik</a:t>
            </a:r>
            <a:r>
              <a:rPr lang="en-US" dirty="0" smtClean="0"/>
              <a:t> gamelan?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9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model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mengklasifikasikan</a:t>
            </a:r>
            <a:r>
              <a:rPr lang="en-US" dirty="0"/>
              <a:t> </a:t>
            </a:r>
            <a:r>
              <a:rPr lang="en-US" dirty="0" err="1"/>
              <a:t>bunyi</a:t>
            </a:r>
            <a:r>
              <a:rPr lang="en-US" dirty="0"/>
              <a:t> </a:t>
            </a:r>
            <a:r>
              <a:rPr lang="en-US" dirty="0" err="1"/>
              <a:t>instrumen</a:t>
            </a:r>
            <a:r>
              <a:rPr lang="en-US" dirty="0"/>
              <a:t> gamelan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Tiruan</a:t>
            </a:r>
            <a:r>
              <a:rPr lang="en-US" dirty="0"/>
              <a:t> </a:t>
            </a:r>
            <a:r>
              <a:rPr lang="en-US" dirty="0" err="1"/>
              <a:t>Backpropagation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akurasinya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770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Jurnal</a:t>
            </a:r>
            <a:r>
              <a:rPr lang="en-US" dirty="0" smtClean="0"/>
              <a:t> en : </a:t>
            </a:r>
            <a:r>
              <a:rPr lang="en-US" dirty="0" smtClean="0">
                <a:hlinkClick r:id="rId2"/>
              </a:rPr>
              <a:t>firdausillah2018.pdf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Translate </a:t>
            </a:r>
            <a:r>
              <a:rPr lang="en-US" dirty="0" err="1" smtClean="0"/>
              <a:t>Jurnal</a:t>
            </a:r>
            <a:r>
              <a:rPr lang="en-US" dirty="0" smtClean="0"/>
              <a:t> id  : </a:t>
            </a:r>
            <a:r>
              <a:rPr lang="en-US" dirty="0">
                <a:hlinkClick r:id="rId3"/>
              </a:rPr>
              <a:t>firdausillah2018.en.id.pdf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24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9552" y="2348880"/>
            <a:ext cx="6336704" cy="122413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23900" dirty="0" err="1" smtClean="0"/>
              <a:t>Selesai</a:t>
            </a:r>
            <a:r>
              <a:rPr lang="en-US" sz="23900" dirty="0" smtClean="0"/>
              <a:t>..</a:t>
            </a:r>
            <a:endParaRPr lang="en-US" sz="23900" dirty="0"/>
          </a:p>
        </p:txBody>
      </p:sp>
    </p:spTree>
    <p:extLst>
      <p:ext uri="{BB962C8B-B14F-4D97-AF65-F5344CB8AC3E}">
        <p14:creationId xmlns:p14="http://schemas.microsoft.com/office/powerpoint/2010/main" val="85741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152</TotalTime>
  <Words>185</Words>
  <Application>Microsoft Office PowerPoint</Application>
  <PresentationFormat>On-screen Show (4:3)</PresentationFormat>
  <Paragraphs>20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Civic</vt:lpstr>
      <vt:lpstr>TUGAS REVIEW JURNAL</vt:lpstr>
      <vt:lpstr>PowerPoint Presentation</vt:lpstr>
      <vt:lpstr>Objek Penelitian</vt:lpstr>
      <vt:lpstr>Metode-metode yang digunakan</vt:lpstr>
      <vt:lpstr>Kelebihan Penelitian</vt:lpstr>
      <vt:lpstr>Kekurangan Penelitian</vt:lpstr>
      <vt:lpstr>Masalah Penelitian</vt:lpstr>
      <vt:lpstr>Rumusan Masalah</vt:lpstr>
      <vt:lpstr>Tujuan Penelitian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REVIEW JURNAL</dc:title>
  <dc:creator>Angga</dc:creator>
  <cp:lastModifiedBy>Angga</cp:lastModifiedBy>
  <cp:revision>12</cp:revision>
  <dcterms:created xsi:type="dcterms:W3CDTF">2022-04-01T11:59:55Z</dcterms:created>
  <dcterms:modified xsi:type="dcterms:W3CDTF">2022-04-04T07:30:46Z</dcterms:modified>
</cp:coreProperties>
</file>