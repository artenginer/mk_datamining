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5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B860F7C-E206-443F-87C0-BA7568B1F246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623E33A-5D13-4E0C-81AF-CA93E58CA4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860F7C-E206-443F-87C0-BA7568B1F246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623E33A-5D13-4E0C-81AF-CA93E58CA4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860F7C-E206-443F-87C0-BA7568B1F246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623E33A-5D13-4E0C-81AF-CA93E58CA4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860F7C-E206-443F-87C0-BA7568B1F246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623E33A-5D13-4E0C-81AF-CA93E58CA4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860F7C-E206-443F-87C0-BA7568B1F246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623E33A-5D13-4E0C-81AF-CA93E58CA4B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860F7C-E206-443F-87C0-BA7568B1F246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623E33A-5D13-4E0C-81AF-CA93E58CA4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860F7C-E206-443F-87C0-BA7568B1F246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623E33A-5D13-4E0C-81AF-CA93E58CA4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2B860F7C-E206-443F-87C0-BA7568B1F246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623E33A-5D13-4E0C-81AF-CA93E58CA4B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B860F7C-E206-443F-87C0-BA7568B1F246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623E33A-5D13-4E0C-81AF-CA93E58CA4B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860F7C-E206-443F-87C0-BA7568B1F246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623E33A-5D13-4E0C-81AF-CA93E58CA4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860F7C-E206-443F-87C0-BA7568B1F246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623E33A-5D13-4E0C-81AF-CA93E58CA4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B860F7C-E206-443F-87C0-BA7568B1F246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623E33A-5D13-4E0C-81AF-CA93E58CA4B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Angga</a:t>
            </a:r>
            <a:r>
              <a:rPr lang="en-US" dirty="0" smtClean="0"/>
              <a:t> </a:t>
            </a:r>
            <a:r>
              <a:rPr lang="en-US" dirty="0" err="1" smtClean="0"/>
              <a:t>Saputra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42419001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06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Judul</a:t>
            </a:r>
            <a:r>
              <a:rPr lang="en-US" dirty="0" smtClean="0"/>
              <a:t> Paper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35" t="17553" r="26682" b="38502"/>
          <a:stretch/>
        </p:blipFill>
        <p:spPr bwMode="auto">
          <a:xfrm>
            <a:off x="1475656" y="1916832"/>
            <a:ext cx="6288833" cy="301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9816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 smtClean="0"/>
              <a:t>siswa</a:t>
            </a:r>
            <a:r>
              <a:rPr lang="en-US" dirty="0" smtClean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spesifiknya</a:t>
            </a:r>
            <a:r>
              <a:rPr lang="en-US" dirty="0"/>
              <a:t> </a:t>
            </a:r>
            <a:r>
              <a:rPr lang="en-US" dirty="0" err="1" smtClean="0"/>
              <a:t>tingkat</a:t>
            </a:r>
            <a:r>
              <a:rPr lang="en-US" dirty="0" smtClean="0"/>
              <a:t> </a:t>
            </a:r>
            <a:r>
              <a:rPr lang="en-US" dirty="0" err="1"/>
              <a:t>kinerja</a:t>
            </a:r>
            <a:r>
              <a:rPr lang="en-US" dirty="0"/>
              <a:t> </a:t>
            </a:r>
            <a:r>
              <a:rPr lang="en-US" dirty="0" err="1"/>
              <a:t>akademik</a:t>
            </a:r>
            <a:r>
              <a:rPr lang="en-US" dirty="0"/>
              <a:t> </a:t>
            </a:r>
            <a:r>
              <a:rPr lang="en-US" dirty="0" err="1"/>
              <a:t>siswa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Objek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678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err="1" smtClean="0"/>
              <a:t>Metode-metode</a:t>
            </a:r>
            <a:r>
              <a:rPr lang="en-US" dirty="0" smtClean="0"/>
              <a:t> yang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yaitu</a:t>
            </a:r>
            <a:r>
              <a:rPr lang="en-US" dirty="0" smtClean="0"/>
              <a:t>:</a:t>
            </a:r>
          </a:p>
          <a:p>
            <a:pPr>
              <a:buFontTx/>
              <a:buChar char="-"/>
            </a:pPr>
            <a:r>
              <a:rPr lang="en-US" dirty="0" smtClean="0"/>
              <a:t>C4.5</a:t>
            </a:r>
          </a:p>
          <a:p>
            <a:pPr>
              <a:buFontTx/>
              <a:buChar char="-"/>
            </a:pPr>
            <a:r>
              <a:rPr lang="en-US" dirty="0" smtClean="0"/>
              <a:t>ID3</a:t>
            </a:r>
          </a:p>
          <a:p>
            <a:pPr>
              <a:buFontTx/>
              <a:buChar char="-"/>
            </a:pPr>
            <a:r>
              <a:rPr lang="en-US" dirty="0"/>
              <a:t>Artificial Neural Networks,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Naive </a:t>
            </a:r>
            <a:r>
              <a:rPr lang="en-US" dirty="0"/>
              <a:t>Bayes,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K-Nearest </a:t>
            </a:r>
            <a:r>
              <a:rPr lang="en-US" dirty="0"/>
              <a:t>Neighbor and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Support </a:t>
            </a:r>
            <a:r>
              <a:rPr lang="en-US" dirty="0"/>
              <a:t>Vector Machine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Metode-Metode</a:t>
            </a:r>
            <a:r>
              <a:rPr lang="en-US" dirty="0" smtClean="0"/>
              <a:t> Yang </a:t>
            </a:r>
            <a:r>
              <a:rPr lang="en-US" dirty="0" err="1" smtClean="0"/>
              <a:t>Digunakan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10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</a:t>
            </a:r>
            <a:r>
              <a:rPr lang="en-US" dirty="0" err="1" smtClean="0"/>
              <a:t>kalasifikasi</a:t>
            </a:r>
            <a:r>
              <a:rPr lang="en-US" dirty="0" smtClean="0"/>
              <a:t> </a:t>
            </a:r>
            <a:r>
              <a:rPr lang="en-US" dirty="0" err="1" smtClean="0"/>
              <a:t>terhadap</a:t>
            </a:r>
            <a:r>
              <a:rPr lang="en-US" dirty="0" smtClean="0"/>
              <a:t> </a:t>
            </a:r>
            <a:r>
              <a:rPr lang="en-US" dirty="0" err="1" smtClean="0"/>
              <a:t>permasalahan</a:t>
            </a:r>
            <a:r>
              <a:rPr lang="en-US" dirty="0" smtClean="0"/>
              <a:t> yang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dirty="0" err="1" smtClean="0"/>
              <a:t>kinerja</a:t>
            </a:r>
            <a:r>
              <a:rPr lang="en-US" dirty="0" smtClean="0"/>
              <a:t> </a:t>
            </a:r>
            <a:r>
              <a:rPr lang="en-US" dirty="0" err="1" smtClean="0"/>
              <a:t>siswa</a:t>
            </a:r>
            <a:endParaRPr lang="en-US" dirty="0" smtClean="0"/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 err="1" smtClean="0">
                <a:effectLst/>
              </a:rPr>
              <a:t>Kelebihan</a:t>
            </a:r>
            <a:r>
              <a:rPr lang="en-US" b="0" dirty="0" smtClean="0">
                <a:effectLst/>
              </a:rPr>
              <a:t> </a:t>
            </a:r>
            <a:r>
              <a:rPr lang="en-US" b="0" dirty="0" err="1">
                <a:effectLst/>
              </a:rPr>
              <a:t>dan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kelemahan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metode</a:t>
            </a:r>
            <a:r>
              <a:rPr lang="en-US" b="0" dirty="0">
                <a:effectLst/>
              </a:rPr>
              <a:t> yang </a:t>
            </a:r>
            <a:r>
              <a:rPr lang="en-US" b="0" dirty="0" err="1">
                <a:effectLst/>
              </a:rPr>
              <a:t>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467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err="1"/>
              <a:t>U</a:t>
            </a:r>
            <a:r>
              <a:rPr lang="en-US" dirty="0" err="1" smtClean="0"/>
              <a:t>ntuk</a:t>
            </a:r>
            <a:r>
              <a:rPr lang="en-US" dirty="0" smtClean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gambaran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data mining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memprediksi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siswa</a:t>
            </a:r>
            <a:r>
              <a:rPr lang="en-US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>
                <a:effectLst/>
              </a:rPr>
              <a:t>M</a:t>
            </a:r>
            <a:r>
              <a:rPr lang="en-US" b="0" dirty="0" err="1" smtClean="0">
                <a:effectLst/>
              </a:rPr>
              <a:t>asalah</a:t>
            </a:r>
            <a:r>
              <a:rPr lang="en-US" b="0" dirty="0" smtClean="0">
                <a:effectLst/>
              </a:rPr>
              <a:t> </a:t>
            </a:r>
            <a:r>
              <a:rPr lang="en-US" b="0" dirty="0" err="1" smtClean="0">
                <a:effectLst/>
              </a:rPr>
              <a:t>Penelitian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72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err="1" smtClean="0"/>
              <a:t>Seberapa</a:t>
            </a:r>
            <a:r>
              <a:rPr lang="en-US" dirty="0" smtClean="0"/>
              <a:t> </a:t>
            </a:r>
            <a:r>
              <a:rPr lang="en-US" dirty="0" err="1" smtClean="0"/>
              <a:t>efektifkah</a:t>
            </a:r>
            <a:r>
              <a:rPr lang="en-US" dirty="0" smtClean="0"/>
              <a:t> </a:t>
            </a:r>
            <a:r>
              <a:rPr lang="en-US" dirty="0" err="1" smtClean="0"/>
              <a:t>algoritma</a:t>
            </a:r>
            <a:r>
              <a:rPr lang="en-US" dirty="0" smtClean="0"/>
              <a:t> C4.5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kinerja</a:t>
            </a:r>
            <a:r>
              <a:rPr lang="en-US" dirty="0" smtClean="0"/>
              <a:t> </a:t>
            </a:r>
            <a:r>
              <a:rPr lang="en-US" dirty="0" err="1" smtClean="0"/>
              <a:t>akademis</a:t>
            </a:r>
            <a:r>
              <a:rPr lang="en-US" dirty="0" smtClean="0"/>
              <a:t> </a:t>
            </a:r>
            <a:r>
              <a:rPr lang="en-US" dirty="0" err="1" smtClean="0"/>
              <a:t>siswa</a:t>
            </a:r>
            <a:r>
              <a:rPr lang="en-US" dirty="0"/>
              <a:t>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Rumusan</a:t>
            </a:r>
            <a:r>
              <a:rPr lang="en-US" dirty="0" smtClean="0"/>
              <a:t> </a:t>
            </a:r>
            <a:r>
              <a:rPr lang="en-US" dirty="0" err="1" smtClean="0"/>
              <a:t>Masalah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067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err="1" smtClean="0"/>
              <a:t>Menghitung</a:t>
            </a:r>
            <a:r>
              <a:rPr lang="en-US" dirty="0" smtClean="0"/>
              <a:t> </a:t>
            </a:r>
            <a:r>
              <a:rPr lang="en-US" dirty="0" err="1" smtClean="0"/>
              <a:t>tingkat</a:t>
            </a:r>
            <a:r>
              <a:rPr lang="en-US" dirty="0" smtClean="0"/>
              <a:t> </a:t>
            </a:r>
            <a:r>
              <a:rPr lang="en-US" dirty="0" err="1" smtClean="0"/>
              <a:t>keefektifan</a:t>
            </a:r>
            <a:r>
              <a:rPr lang="en-US" dirty="0" smtClean="0"/>
              <a:t>/</a:t>
            </a:r>
            <a:r>
              <a:rPr lang="en-US" dirty="0" err="1" smtClean="0"/>
              <a:t>akurasi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C4.5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kinerja</a:t>
            </a:r>
            <a:r>
              <a:rPr lang="en-US" dirty="0" smtClean="0"/>
              <a:t> </a:t>
            </a:r>
            <a:r>
              <a:rPr lang="en-US" dirty="0" err="1" smtClean="0"/>
              <a:t>akademis</a:t>
            </a:r>
            <a:r>
              <a:rPr lang="en-US" dirty="0" smtClean="0"/>
              <a:t> </a:t>
            </a:r>
            <a:r>
              <a:rPr lang="en-US" dirty="0" err="1" smtClean="0"/>
              <a:t>siswa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Tujuan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077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89</TotalTime>
  <Words>101</Words>
  <Application>Microsoft Office PowerPoint</Application>
  <PresentationFormat>On-screen Show (4:3)</PresentationFormat>
  <Paragraphs>21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Concourse</vt:lpstr>
      <vt:lpstr>Angga Saputra</vt:lpstr>
      <vt:lpstr>Judul Paper</vt:lpstr>
      <vt:lpstr>Objek Penelitian</vt:lpstr>
      <vt:lpstr>Metode-Metode Yang Digunakan</vt:lpstr>
      <vt:lpstr>Kelebihan dan kelemahan metode yang ada</vt:lpstr>
      <vt:lpstr>Masalah Penelitian</vt:lpstr>
      <vt:lpstr>Rumusan Masalah</vt:lpstr>
      <vt:lpstr>Tujuan Penelitian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Angga</dc:creator>
  <cp:lastModifiedBy>Angga</cp:lastModifiedBy>
  <cp:revision>9</cp:revision>
  <dcterms:created xsi:type="dcterms:W3CDTF">2022-06-20T02:20:26Z</dcterms:created>
  <dcterms:modified xsi:type="dcterms:W3CDTF">2022-06-27T03:33:39Z</dcterms:modified>
</cp:coreProperties>
</file>